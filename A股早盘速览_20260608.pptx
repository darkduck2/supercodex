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A 股 早 盘 速 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8F7"/>
                </a:solidFill>
                <a:latin typeface="微软雅黑"/>
              </a:defRPr>
            </a:pPr>
            <a:r>
              <a:t>2026年6月8日（星期一）· 半日行情总结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数据来源：新浪财经 / 东方财富  |  制图：SuperCodex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📊 三大指数早盘表现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00400" cy="2560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上证指数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  <a:latin typeface="微软雅黑"/>
              </a:defRPr>
            </a:pPr>
            <a:r>
              <a:t>-1.26%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微软雅黑"/>
              </a:defRPr>
            </a:pPr>
            <a:r>
              <a:t>半日跌幅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200400" cy="2560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深证成指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  <a:latin typeface="微软雅黑"/>
              </a:defRPr>
            </a:pPr>
            <a:r>
              <a:t>-2.0%+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微软雅黑"/>
              </a:defRPr>
            </a:pPr>
            <a:r>
              <a:t>午盘跌超2%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200400" cy="2560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创业板指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  <a:latin typeface="微软雅黑"/>
              </a:defRPr>
            </a:pPr>
            <a:r>
              <a:t>-2.83%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微软雅黑"/>
              </a:defRPr>
            </a:pPr>
            <a:r>
              <a:t>午盘跌2.83%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10332720" cy="20116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📋 市场整体概况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▸ 全市场超 4,500 只个股下跌，市场情绪整体偏弱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▸ 受韩国 KOSPI 暴跌逾 8% 触发熔断影响，亚太市场承压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▸ 沪深两市半日成交维持缩量，资金观望情绪浓厚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微软雅黑"/>
              </a:defRPr>
            </a:pPr>
            <a:r>
              <a:t>▸ 外资中长期仍看好A股，5月以来155股获海外机构调研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⏱ 早盘时间线回顾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09:25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920240"/>
            <a:ext cx="731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三大指数集体低开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半导体板块跌幅居前，市场情绪谨慎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6459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09:30-10:00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926080"/>
            <a:ext cx="731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探底后小幅回升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创业板指一度翻红，机器人概念率先走强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6459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10:00-10:36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3931920"/>
            <a:ext cx="731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再度回落，跌幅扩大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有色、半导体等板块集体下挫，拖累指数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6459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10:36-11:00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4937760"/>
            <a:ext cx="731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创指跌幅收窄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工程机械板块短暂拉升，但持续性不足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645920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11:00-11:30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午盘加速下跌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微软雅黑"/>
              </a:defRPr>
            </a:pPr>
            <a:r>
              <a:t>深成指、创业板指均跌超2%，超4500股下跌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🔥 板块热点分化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微软雅黑"/>
              </a:defRPr>
            </a:pPr>
            <a:r>
              <a:t>✅ 领涨板块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🤖  机器人（减速器）概念 — 逆市爆发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凡拓数创涨停，津膜科技涨幅居前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机器人ETF易方达涨3.62%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产业迎密集催化：4天4笔融资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⛏  煤炭开采加工 — 短线拉升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复产慢、供需偏紧推动板块上行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大有能源5连板（昨日）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🏗  工程机械 — 盘中异动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5月挖机增长超预期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出海保持高景气度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92B"/>
                </a:solidFill>
                <a:latin typeface="微软雅黑"/>
              </a:defRPr>
            </a:pPr>
            <a:r>
              <a:t>❌ 领跌板块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🔴  有色金属 — 集体下挫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板块资金流出明显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受全球避险情绪拖累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🔴  半导体 — 板块调整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科技赛道拥挤度引发热议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算力板块同步回调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🔴  MLCC / 商业航天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MLCC概念领跌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商业航天概念调整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🔴  算力 / AI概念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科技板块大幅波动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• 资金获利了结压力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🌍 市场背景与午后关注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🌐 国际市场扰动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▸ 韩国KOSPI指数暴跌逾8%，触发熔断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—— 亚太市场"黑色星期一"情绪蔓延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▸ 伊朗空袭以色列事件升级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—— 特朗普紧急发声，地缘风险升温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▸ 美股上周五"黑色星期五"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—— 全球避险情绪传导至A股早盘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▸ 外资动向：中长期仍看好A股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—— QFII青睐电子等新质生产力赛道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 —— 5月以来155股获海外机构调研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微软雅黑"/>
              </a:defRPr>
            </a:pPr>
            <a:r>
              <a:t>🔍 午后关注要点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① 护盘力量是否出现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金融、权重股能否企稳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② 机器人主线能否延续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减速器概念持续性是关键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③ 北向资金流向变化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外资午后是否会逆势加仓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④ 外围市场企稳信号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韩股、美股期货走势参考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⑤ 政策面消息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国常会研究未来产业发展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微软雅黑"/>
              </a:defRPr>
            </a:pPr>
            <a:r>
              <a:t>    算电协同+迎峰度夏催化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📌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6E8F7"/>
                </a:solidFill>
                <a:latin typeface="微软雅黑"/>
              </a:defRPr>
            </a:pPr>
            <a:r>
              <a:t>今日A股三大指数早盘集体低开低走，受外围市场暴跌及地缘风险拖累，</a:t>
            </a:r>
          </a:p>
          <a:p>
            <a:pPr>
              <a:spcAft>
                <a:spcPts val="600"/>
              </a:spcAft>
              <a:defRPr sz="2000">
                <a:solidFill>
                  <a:srgbClr val="D6E8F7"/>
                </a:solidFill>
                <a:latin typeface="微软雅黑"/>
              </a:defRPr>
            </a:pPr>
            <a:r>
              <a:t>超4500只个股下跌。机器人（减速器）概念逆市爆发成为唯一亮点。</a:t>
            </a:r>
          </a:p>
          <a:p>
            <a:pPr>
              <a:spcAft>
                <a:spcPts val="600"/>
              </a:spcAft>
              <a:defRPr sz="2000">
                <a:solidFill>
                  <a:srgbClr val="D6E8F7"/>
                </a:solidFill>
                <a:latin typeface="微软雅黑"/>
              </a:defRPr>
            </a:pPr>
            <a:r>
              <a:t>午后关注护盘力度、热点持续性及外围企稳信号。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微软雅黑"/>
              </a:defRPr>
            </a:pPr>
            <a:r>
              <a:t>⚠️ 风险提示：以上内容仅供参考，不构成投资建议。市场有风险，投资需谨慎。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